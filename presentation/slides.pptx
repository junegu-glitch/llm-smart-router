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77F0"/>
          </a:solidFill>
          <a:ln w="12700">
            <a:solidFill>
              <a:srgbClr val="7C7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0D20"/>
          </a:solidFill>
          <a:ln w="12700">
            <a:solidFill>
              <a:srgbClr val="0D0D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`llm-smart-router`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agent orchestrator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Gu  ·  CMU 06-642  ·  Spring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github.com/junegu-glitch/llm-smart-router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workflows treat every task as input to one chat window.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models have real specializations: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44752"/>
          <a:ext cx="8321040" cy="246888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7490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leader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/ 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54× cheaper than Claude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/ cheap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$0.028 / 1M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187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manually is friction. Choosing wrong is waste.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33272"/>
            <a:ext cx="810158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Automatically routes to the right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smart-router "Implement a binary search tree in Python"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Route: [coding] → Claude Sonnet 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Multi-model team for larger tasks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smart-router team run --preset code-review --git-diff "Review my changes"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SecurityReviewer + QualityReviewer + DocReviewer → Synthesis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 cost with subscription CLIs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smart-router team run --use-cli "Compare React vs Vue"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Cost: $0.00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surface. Best model for each task. $0 with existing subscriptions.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1480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(7-category classifier)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Orchestrator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4114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synthesizes → Final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28016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[coding]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83080" y="2880360"/>
            <a:ext cx="128016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880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[writing]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880360"/>
            <a:ext cx="128016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880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parallel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src/cli/ — commands: query, team, serve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 — Next.js 16, SSE, Supabase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9992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models · provider calls · CLI hybrid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CLI and web share the same src/lib/ core.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$0 Team Mode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cost money per token. This one doesn't have 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--use-cli flag — routes each teammate through locally installed subscription CLIs: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256032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subscription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664208"/>
            <a:ext cx="25603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CLI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27832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subscription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1664208"/>
            <a:ext cx="25603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44184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44184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subscription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8321040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724912"/>
            <a:ext cx="8101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smart-router team run --use-cli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"Compare Python vs Rust for a web scraper"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cost: $0.00   (3 models, 91 seconds)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069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pay for these subscriptions, team runs cost $0 in API tokens.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77F0"/>
          </a:solidFill>
          <a:ln w="12700">
            <a:solidFill>
              <a:srgbClr val="7C7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CLI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demo-cli.gif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smart-router team run --use-cli "Compare Python vs Rust"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77F0"/>
          </a:solidFill>
          <a:ln w="12700">
            <a:solidFill>
              <a:srgbClr val="7C7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Team Mode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demo-team.gif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→ Task Input → Running (timers, progress bar) → Done (synthesis, $0.00)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Same Tool, Browser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at: https://scientific-software-engineering-wit.vercel.app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5120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Smart-routed 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routing logic as CLI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Mode (/team)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 streaming, live dashboard, preset selector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team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Per-teammate timer, progress bar, expand 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OAuth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 encrypted, cloud-synced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/ light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+ system preference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and web share the same src/lib/ core — routing, model catalog, provider calls.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77F0"/>
          </a:solidFill>
          <a:ln w="12700">
            <a:solidFill>
              <a:srgbClr val="7C7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demo-web.gif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→ Team page → Done state (synthesis, CLI badges)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Tests &amp; 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automated tests across 14 test files: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502920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61872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→  167 passed (167)  in 2.31s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5029200" cy="2971800"/>
        </p:xfrm>
        <a:graphic>
          <a:graphicData uri="http://schemas.openxmlformats.org/drawingml/2006/table">
            <a:tbl>
              <a:tblPr/>
              <a:tblGrid>
                <a:gridCol w="40233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(classification + model selection)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orchestration (plan→parallel→synthesize)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hybrid mode (detection + subprocess)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save / load /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fallback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callLLM CLI hybrid branch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run $0 cost rollup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0" y="868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0" y="1188720"/>
            <a:ext cx="310896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9008" y="1261872"/>
            <a:ext cx="2889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build:cli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0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+ 22 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Both matrix legs green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3063240"/>
            <a:ext cx="310896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passing  Node 20 | 22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73152" cy="6858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plateprep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CLI, narrow scope,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 task. No external APIs.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llm-smart-router (CLI)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CLI, smart routing,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mode. 154 tests, provider integrations.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108960"/>
            <a:ext cx="73152" cy="685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GitHub Actions CI (Node 20+22)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--use-cli subscription hybrid ($0 cost)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Next.js web UI + Supabase auth + Vercel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Karpathy-style wiki (persistent context)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Public GitHub repo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step: same tool, deeper understanding of what "polished" means.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About Agentic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of semester: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draft → I fix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07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Project 2: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failure cases before implementation, not after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5506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final project: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025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before any significant 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951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system for context across sessions (/ingest, /query, /lint)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invariants explicitly beats correcting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91840"/>
            <a:ext cx="50292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9184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meta-moment: Used Claude Code to build a tool that runs Claude, Gemini, and Codex as parallel subprocesses.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was built by an agent. The agents it orchestrates include the agent that built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972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setup friction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" y="1444752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requires manual config set per provider; a guided smart-router auth wizard would lower the barrier.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0972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edge cases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37176" y="1444752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Mixed-type prompts (math + code) aren't classified well; ensemble classifier could improve precision.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0360"/>
            <a:ext cx="4114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9718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verification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" y="3319272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→ Gemini → Codex → Claude judge pipeline described in README, but not yet implemented as a preset.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148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9718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37176" y="3319272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(OAuth, cloud sync, chat, team dashboard), but requires GitHub login — limits accessibility for independent users.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77F0"/>
          </a:solidFill>
          <a:ln w="12700">
            <a:solidFill>
              <a:srgbClr val="7C7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0D20"/>
          </a:solidFill>
          <a:ln w="12700">
            <a:solidFill>
              <a:srgbClr val="0D0D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llm-smart-router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work to the best model, run parallel agent teams, $0 with subscription CLIs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github.com/junegu-glitch/llm-smart-router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llm-smart-router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smart-router team run --use-cli "your complex task here"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77F0"/>
          </a:solidFill>
          <a:ln w="12700">
            <a:solidFill>
              <a:srgbClr val="7C7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github.com/junegu-glitch/llm-smart-router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llm-smart-router</dc:title>
  <dc:subject>PptxGenJS Presentation</dc:subject>
  <dc:creator>June Gu</dc:creator>
  <cp:lastModifiedBy>June Gu</cp:lastModifiedBy>
  <cp:revision>1</cp:revision>
  <dcterms:created xsi:type="dcterms:W3CDTF">2026-04-21T23:50:41Z</dcterms:created>
  <dcterms:modified xsi:type="dcterms:W3CDTF">2026-04-21T23:50:41Z</dcterms:modified>
</cp:coreProperties>
</file>