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 everyone. · I'm June Gu, and today I'm presenting `llm-smart-router` — a multi-model AI agent orchestrator I built this semester for 06-642.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start with the problem. · When you're building with AI today, you have access to a lot of different models — Claude, Gemini, GPT, DeepSeek. · And they're genuinely different. · Claude Sonnet is the benchmark leader for code generation. · Gemini 2.5 Pro has a one-million-token context window, which is essential for long documents. · DeepSeek R1 can do mathematical reasoning at fifty-four times cheaper than Claude for comparable accuracy. · And DeepSeek V3 costs less than three cents per million tokens for general tasks.
The problem is that most developers either default to one expensive premium model for everything — which is wasteful — or they manually switch between providers, which is friction. · Neither is good. · **Switching manually is friction. Choosing wrong is waste.**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here's the solution in three commands.
First: you just type your prompt. · The tool automatically classifies the task and routes it to the best available model. · "Implement a binary search tree in Python" goes straight to Claude Sonnet.
Second: for larger tasks, you can run a multi-model team. · `--preset code-review` spins up a SecurityReviewer, a QualityReviewer, and a DocReviewer in parallel — they all look at your code change independently, and a leader model synthesizes their findings.
Third — and this is the headline feature — · `--use-cli` runs the whole team at zero API cost. · I'll explain how in a moment.
One command surface. Best model for each task. Zero dollars with existing subscriptions.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there are two layers. · On top: a seven-category router. It classifies every incoming request — coding, writing, math reasoning, analysis, large document, image, or general — and picks the highest-ranked model available for that category, with a fallback chain if the primary provider is unavailable.
Below that: the team orchestrator. · A leader model reads the request and plans the work — how many teammates to spawn, what specialist role each should play, and which model fits each role. · The teammates run in parallel. · Then the leader reads all their outputs and writes a final synthesis.
Both the CLI and the optional web UI share the same `src/lib/` core — so the routing logic is identical whether you're running from the terminal or a browser.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the key innovation. · Most multi-model agent setups charge you per token for every model call. · This one doesn't have to.
Here's the idea: many developers already pay flat monthly subscriptions for Claude, Gemini, and Codex CLI tools. · Tokens consumed through those CLI binaries don't incur additional API charges. · So if the binary is installed, I route the call through it using `child_process.spawn` instead of the API.
The `--use-cli` flag probes for three binaries at startup: `claude`, `gemini`, and `codex`. · If the binary is there and authenticated, that teammate costs zero API tokens.
The result you're seeing here: three models, ninety-one seconds, total cost **zero dollars**. · If you already pay for these subscriptions, you get a parallel AI team for free.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a quick demo of the CLI in action. · You can see the smart-router receiving a prompt, the router classifying it as a coding task, routing it to Claude Sonnet, and streaming the response back — all in a single command. · The verbose flag shows the routing decision and cost.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here's team mode. · You can see the four stages: the initial team page with the CLI provider status badges — Claude connected, Gemini connected — · then the task is submitted, · you get a live dashboard while the teammates run in parallel with per-teammate timers, · and finally the synthesis block with the complete final report and a copy button. · Total cost: zero.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Beyond the CLI, I built an optional web UI — deployed at the URL on screen. · It exposes the same routing logic as the CLI, just through a browser interface.
The main additions are: · GitHub OAuth login via Supabase, · AES-256 encrypted API key storage that syncs across devices, · and the team mode dashboard with live updates over SSE — that's Server-Sent Events — so you see each teammate's progress in real time, with timers, a progress bar, and an expand-all button for reviewing individual results.
The CLI and the web share the same `src/lib/` core, so any improvement to the router automatically applies to both surfaces.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what the web UI looks like. · On the left you see the smart-routed chat — the model pill shows which model handled the request. · On the right, the team mode dashboard: CLI status badges at the top, live progress bar in the middle, and the synthesis block at the bottom once everything completes.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the evidence side: the project has one hundred sixty-seven automated tests across fourteen test files. · That includes the full routing logic, team orchestration, CLI hybrid mode, session persistence, and provider fallback chains. · I also added dedicated tests this semester for the CLI hybrid branch specifically — verifying that when CLI mode is on, no API tokens are consumed.
GitHub Actions runs the full test suite on Node twenty and twenty-two on every push. · Both matrix legs are green at the current commit.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me put this in context of the semester. · Project 1 was `plateprep` — a narrow Python CLI for one lab task. No external APIs. · Claude Code was mostly a scaffolding tool there.
Project 2 was the first version of this tool — TypeScript CLI, smart routing, team mode, one hundred fifty-four tests. · I started using Claude Code more as a design partner.
For the final project, I added GitHub Actions CI, the `--use-cli` zero-cost hybrid, the Next.js web UI with Supabase auth on Vercel, and a Karpathy-style project wiki for persistent context across sessions. · Each step was the same tool, but a deeper understanding of what "polished" actually means.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what I learned about working with AI coding agents over the semester.
At the beginning, my mental model was: AI writes a draft, I fix it. · By Project 2, I shifted to specifying failure cases *before* implementation, not after — because fixing a broken timeout handler after it's in three places is much harder than saying upfront "this must fail with a clear message after one hundred twenty seconds."
For the final project, I started using plan mode before any significant change, and built a wiki system so each new session started with full project context rather than from scratch.
But the meta-moment — · I used Claude Code to build a tool that runs Claude, Gemini, and Codex as parallel subprocesses. · The orchestrator was built by an agent. · The agents it orchestrates include the agent that built it.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honest about the limitations: · provider setup still requires manually configuring API keys — a guided `smart-router auth` wizard would lower that barrier significantly. · The router handles clear-cut task types well but struggles with mixed prompts, like something that's both a math derivation and a code implementation. · The cross-model verification pipeline I describe in the README — Claude authors, Gemini verifies, Codex challenges — isn't yet implemented as a preset. · And the web UI, while functional, still requires a GitHub login which limits who can try it independently.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`llm-smart-router`. · Route your work to the best model, run parallel agent teams, and pay zero with your existing subscriptions. · The repo is public at the address on screen.
---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I'll now open it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77F0"/>
          </a:solidFill>
          <a:ln w="12700">
            <a:solidFill>
              <a:srgbClr val="7C7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D0D20"/>
          </a:solidFill>
          <a:ln w="12700">
            <a:solidFill>
              <a:srgbClr val="0D0D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`llm-smart-router`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57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Multi-model AI agent orchestrator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Gu  ·  CMU 06-642  ·  Spring 2026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github.com/junegu-glitch/llm-smart-router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8321040" cy="228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41248"/>
            <a:ext cx="8321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AI workflows treat every task as input to one chat window.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models have real specializations: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44752"/>
          <a:ext cx="8321040" cy="246888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  <a:gridCol w="3749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generation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leader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documents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2.5 Pro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1M token context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Math / reasoning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R1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54× cheaper than Claude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/ cheap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 V3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$0.028 / 1M tokens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418795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Switching manually is friction. Choosing wrong is waste.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8321040" cy="228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960120"/>
            <a:ext cx="8321040" cy="2468880"/>
          </a:xfrm>
          <a:prstGeom prst="rect">
            <a:avLst/>
          </a:prstGeom>
          <a:solidFill>
            <a:srgbClr val="1E1E1E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1208" y="1033272"/>
            <a:ext cx="8101584" cy="2322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Automatically routes to the right model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smart-router "Implement a binary search tree in 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Route: [coding] → Claude Sonnet 4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Multi-model team for larger tasks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smart-router team run --preset code-review --git-diff "Review my changes"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SecurityReviewer + QualityReviewer + DocReviewer → Synthesis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Zero cost with subscription CLIs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smart-router team run --use-cli "Compare React vs Vue"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Cost: $0.00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11480" y="365760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surface. Best model for each task. $0 with existing subscriptions.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8321040" cy="228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4114800" cy="50292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Input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4114800" cy="502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60020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 (7-category classifier)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240280"/>
            <a:ext cx="4114800" cy="50292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402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Orchestrator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794760"/>
            <a:ext cx="4114800" cy="502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7947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 synthesizes → Final Report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1280160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8803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[coding]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783080" y="2880360"/>
            <a:ext cx="1280160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83080" y="28803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[writing]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2880360"/>
            <a:ext cx="1280160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28803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[research]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26280" y="30632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parallel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02920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layer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13533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src/cli/ — commands: query, team, serve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29200" y="1874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layer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0" y="21762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src/app/ — Next.js 16, SSE, Supabase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0" y="2697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core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29992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src/lib/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· models · provider calls · CLI hybrid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CLI and web share the same src/lib/ core.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Innovation: $0 Team Mode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8321040" cy="228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teams cost money per token. This one doesn't have to.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261872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--use-cli flag — routes each teammate through locally installed subscription CLIs: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664208"/>
            <a:ext cx="2560320" cy="8229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6642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CLI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20756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subscription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27832" y="1664208"/>
            <a:ext cx="256032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27832" y="16642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gemini CLI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227832" y="20756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subscription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44184" y="1664208"/>
            <a:ext cx="2560320" cy="8229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44184" y="166420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codex CLI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44184" y="207568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subscription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2651760"/>
            <a:ext cx="8321040" cy="1280160"/>
          </a:xfrm>
          <a:prstGeom prst="rect">
            <a:avLst/>
          </a:prstGeom>
          <a:solidFill>
            <a:srgbClr val="1E1E1E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" y="2724912"/>
            <a:ext cx="8101584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smart-router team run --use-cli \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"Compare Python vs Rust for a web scraper"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cost: $0.00   (3 models, 91 seconds)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" y="40690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already pay for these subscriptions, team runs cost $0 in API tokens.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77F0"/>
          </a:solidFill>
          <a:ln w="12700">
            <a:solidFill>
              <a:srgbClr val="7C77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CLI in Action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097280"/>
            <a:ext cx="7315200" cy="3108960"/>
          </a:xfrm>
          <a:prstGeom prst="rect">
            <a:avLst/>
          </a:prstGeom>
          <a:solidFill>
            <a:srgbClr val="0D1117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5" name="Image 0" descr="/Users/junemog/Documents/GitHub/llm-smart-router/presentation/demo-cli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108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43708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smart-router team run --use-cli "Compare Python vs Rust"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77F0"/>
          </a:solidFill>
          <a:ln w="12700">
            <a:solidFill>
              <a:srgbClr val="7C77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Team Mode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097280"/>
            <a:ext cx="7315200" cy="3108960"/>
          </a:xfrm>
          <a:prstGeom prst="rect">
            <a:avLst/>
          </a:prstGeom>
          <a:solidFill>
            <a:srgbClr val="0D1117"/>
          </a:solidFill>
          <a:ln w="12700">
            <a:solidFill>
              <a:srgbClr val="4F46E5"/>
            </a:solidFill>
            <a:prstDash val="solid"/>
          </a:ln>
        </p:spPr>
      </p:sp>
      <p:pic>
        <p:nvPicPr>
          <p:cNvPr id="5" name="Image 0" descr="/Users/junemog/Documents/GitHub/llm-smart-router/presentation/demo-team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108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43708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→ Task Input → Running (timers, progress bar) → Done (synthesis, $0.00)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— Same Tool, Browser Interface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8321040" cy="228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77824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at: https://scientific-software-engineering-wit.vercel.app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8321040" cy="3200400"/>
        </p:xfrm>
        <a:graphic>
          <a:graphicData uri="http://schemas.openxmlformats.org/drawingml/2006/table">
            <a:tbl>
              <a:tblPr/>
              <a:tblGrid>
                <a:gridCol w="3200400"/>
                <a:gridCol w="51206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Smart-routed chat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routing logic as CLI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Mode (/team)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 streaming, live dashboard, preset selector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team dashboard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Per-teammate timer, progress bar, expand 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OAuth login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Auth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key management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AES-256-GCM encrypted, cloud-synced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Dark / light mode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Tailwind + system preference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11480" y="46177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and web share the same src/lib/ core — routing, model catalog, provider calls.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77F0"/>
          </a:solidFill>
          <a:ln w="12700">
            <a:solidFill>
              <a:srgbClr val="7C77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 — Live Demo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097280"/>
            <a:ext cx="7315200" cy="3108960"/>
          </a:xfrm>
          <a:prstGeom prst="rect">
            <a:avLst/>
          </a:prstGeom>
          <a:solidFill>
            <a:srgbClr val="0D1117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/Users/junemog/Documents/GitHub/llm-smart-router/presentation/demo-web.g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108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43708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→ Team page → Done state (synthesis, CLI badges)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Tests &amp; CI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8321040" cy="228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 automated tests across 14 test files: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188720"/>
            <a:ext cx="5029200" cy="502920"/>
          </a:xfrm>
          <a:prstGeom prst="rect">
            <a:avLst/>
          </a:prstGeom>
          <a:solidFill>
            <a:srgbClr val="1E1E1E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" y="1261872"/>
            <a:ext cx="480974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  →  167 passed (167)  in 2.31s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28800"/>
          <a:ext cx="5029200" cy="2971800"/>
        </p:xfrm>
        <a:graphic>
          <a:graphicData uri="http://schemas.openxmlformats.org/drawingml/2006/table">
            <a:tbl>
              <a:tblPr/>
              <a:tblGrid>
                <a:gridCol w="4023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 (classification + model selection)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orchestration (plan→parallel→synthesize)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 hybrid mode (detection + subprocess)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save / load / list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fallback chains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callLLM CLI hybrid branch (new)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run $0 cost rollup (new)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0" y="868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0" y="1188720"/>
            <a:ext cx="3108960" cy="1097280"/>
          </a:xfrm>
          <a:prstGeom prst="rect">
            <a:avLst/>
          </a:prstGeom>
          <a:solidFill>
            <a:srgbClr val="1E1E1E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779008" y="1261872"/>
            <a:ext cx="2889504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build:cli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lint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669280" y="239572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20 + 22 matrix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Both matrix legs green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0" y="3063240"/>
            <a:ext cx="3108960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CI: passing  Node 20 | 22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Evolution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8321040" cy="228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73152" cy="685800"/>
          </a:xfrm>
          <a:prstGeom prst="rect">
            <a:avLst/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058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plateprep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0" y="10058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CLI, narrow scope,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lab task. No external APIs.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" y="2057400"/>
            <a:ext cx="73152" cy="6858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05740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2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llm-smart-router (CLI)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205740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CLI, smart routing,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mode. 154 tests, provider integrations.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3108960"/>
            <a:ext cx="73152" cy="6858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10896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(current)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91840" y="310896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GitHub Actions CI (Node 20+22)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--use-cli subscription hybrid ($0 cost)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Next.js web UI + Supabase auth + Vercel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Karpathy-style wiki (persistent context)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Public GitHub repo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11480" y="466344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step: same tool, deeper understanding of what "polished" means.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Learned About Agentic Engineering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8321040" cy="228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9601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Beginning of semester: </a:t>
            </a:r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writes draft → I fix it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307592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Project 2: </a:t>
            </a:r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Specify failure cases before implementation, not after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655064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final project: 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00253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mode before any significant change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29514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 system for context across sessions (/ingest, /query, /lint)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258775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Stating invariants explicitly beats correcting output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11480" y="3291840"/>
            <a:ext cx="50292" cy="12344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291840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meta-moment: Used Claude Code to build a tool that runs Claude, Gemini, and Codex as parallel subprocesses.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orchestrator was built by an agent. The agents it orchestrates include the agent that built it.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2860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731520"/>
            <a:ext cx="8321040" cy="228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4114800" cy="16002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05840"/>
            <a:ext cx="41148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" y="1097280"/>
            <a:ext cx="3858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setup friction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93776" y="1444752"/>
            <a:ext cx="385876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 requires manual config set per provider; a guided smart-router auth wizard would lower the barrier.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09160" y="1005840"/>
            <a:ext cx="4114800" cy="16002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1005840"/>
            <a:ext cx="41148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7176" y="1097280"/>
            <a:ext cx="3858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edge cases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837176" y="1444752"/>
            <a:ext cx="385876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Mixed-type prompts (math + code) aren't classified well; ensemble classifier could improve precision.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880360"/>
            <a:ext cx="4114800" cy="16002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880360"/>
            <a:ext cx="41148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" y="2971800"/>
            <a:ext cx="3858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Cross-model verification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93776" y="3319272"/>
            <a:ext cx="385876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→ Gemini → Codex → Claude judge pipeline described in README, but not yet implemented as a preset.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09160" y="2880360"/>
            <a:ext cx="4114800" cy="1600200"/>
          </a:xfrm>
          <a:prstGeom prst="rect">
            <a:avLst/>
          </a:prstGeom>
          <a:solidFill>
            <a:srgbClr val="F9FAF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37176" y="2971800"/>
            <a:ext cx="3858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UI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837176" y="3319272"/>
            <a:ext cx="385876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(OAuth, cloud sync, chat, team dashboard), but requires GitHub login — limits accessibility for independent users.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77F0"/>
          </a:solidFill>
          <a:ln w="12700">
            <a:solidFill>
              <a:srgbClr val="7C77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D0D20"/>
          </a:solidFill>
          <a:ln w="12700">
            <a:solidFill>
              <a:srgbClr val="0D0D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llm-smart-router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5798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work to the best model, run parallel agent teams, $0 with subscription CLIs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88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github.com/junegu-glitch/llm-smart-router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llm-smart-router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9136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7D2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smart-router team run --use-cli "your complex task here"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77F0"/>
          </a:solidFill>
          <a:ln w="12700">
            <a:solidFill>
              <a:srgbClr val="7C77F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7373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github.com/junegu-glitch/llm-smart-router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llm-smart-router</dc:title>
  <dc:subject>PptxGenJS Presentation</dc:subject>
  <dc:creator>June Gu</dc:creator>
  <cp:lastModifiedBy>June Gu</cp:lastModifiedBy>
  <cp:revision>1</cp:revision>
  <dcterms:created xsi:type="dcterms:W3CDTF">2026-04-22T00:34:40Z</dcterms:created>
  <dcterms:modified xsi:type="dcterms:W3CDTF">2026-04-22T00:34:40Z</dcterms:modified>
</cp:coreProperties>
</file>